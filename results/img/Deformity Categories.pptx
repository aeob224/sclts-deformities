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 varScale="1">
        <p:scale>
          <a:sx n="81" d="100"/>
          <a:sy n="81" d="100"/>
        </p:scale>
        <p:origin x="3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idan O'Brien" userId="863acf2dedf7d0bb" providerId="LiveId" clId="{5EFE36EA-4DA3-4046-8715-B7444D24E5AC}"/>
    <pc:docChg chg="modSld">
      <pc:chgData name="Aidan O'Brien" userId="863acf2dedf7d0bb" providerId="LiveId" clId="{5EFE36EA-4DA3-4046-8715-B7444D24E5AC}" dt="2026-05-16T19:51:13.028" v="2" actId="113"/>
      <pc:docMkLst>
        <pc:docMk/>
      </pc:docMkLst>
      <pc:sldChg chg="modSp mod">
        <pc:chgData name="Aidan O'Brien" userId="863acf2dedf7d0bb" providerId="LiveId" clId="{5EFE36EA-4DA3-4046-8715-B7444D24E5AC}" dt="2026-05-16T19:51:13.028" v="2" actId="113"/>
        <pc:sldMkLst>
          <pc:docMk/>
          <pc:sldMk cId="4156715293" sldId="256"/>
        </pc:sldMkLst>
        <pc:spChg chg="mod">
          <ac:chgData name="Aidan O'Brien" userId="863acf2dedf7d0bb" providerId="LiveId" clId="{5EFE36EA-4DA3-4046-8715-B7444D24E5AC}" dt="2026-05-16T19:51:08.259" v="0" actId="113"/>
          <ac:spMkLst>
            <pc:docMk/>
            <pc:sldMk cId="4156715293" sldId="256"/>
            <ac:spMk id="10" creationId="{BFF770FE-9C63-8A6B-F484-DE9FB7402120}"/>
          </ac:spMkLst>
        </pc:spChg>
        <pc:spChg chg="mod">
          <ac:chgData name="Aidan O'Brien" userId="863acf2dedf7d0bb" providerId="LiveId" clId="{5EFE36EA-4DA3-4046-8715-B7444D24E5AC}" dt="2026-05-16T19:51:11.132" v="1" actId="113"/>
          <ac:spMkLst>
            <pc:docMk/>
            <pc:sldMk cId="4156715293" sldId="256"/>
            <ac:spMk id="11" creationId="{F8527629-640F-97F2-1CAF-74AD313A7C8C}"/>
          </ac:spMkLst>
        </pc:spChg>
        <pc:spChg chg="mod">
          <ac:chgData name="Aidan O'Brien" userId="863acf2dedf7d0bb" providerId="LiveId" clId="{5EFE36EA-4DA3-4046-8715-B7444D24E5AC}" dt="2026-05-16T19:51:13.028" v="2" actId="113"/>
          <ac:spMkLst>
            <pc:docMk/>
            <pc:sldMk cId="4156715293" sldId="256"/>
            <ac:spMk id="12" creationId="{975164BE-0314-EB3D-DF79-7B5CBD9651B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D34D36-BBCC-46C6-B36F-6B23E411C65F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337DE3-A602-4A81-81D7-B7125887B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41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37DE3-A602-4A81-81D7-B7125887B07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018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782CA-899E-3F47-A588-13E8070905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BFA1C0-EA94-98E7-46BC-1D0486260A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A3450-B3D6-8D28-9AD5-1EFECDBAA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BF02C-5AB3-45F7-9636-13A116FF48A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DEAB6F-4C07-1F3F-026E-532F7F8A2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24A09-0378-8E00-681C-146DE204B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1D443-F2F4-4F1E-97E3-F58C49FC7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928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1D6FF-3AF0-C9E4-7073-C2A2681BC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0F7F2-A4BD-2EA9-DFB6-808931260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9F648-A2DB-BE6E-E716-8CEDD5BD0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BF02C-5AB3-45F7-9636-13A116FF48A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C2E8C-5D6E-05BD-757E-9F43D353E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26DEB-D4AE-CC8F-E132-B45B1917C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1D443-F2F4-4F1E-97E3-F58C49FC7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142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08B09-761D-9046-9877-3CC7C1ABF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6A078-3C98-1936-2E4E-7BBC0CFD3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1136B-33D7-3C91-9A8A-4D4334D00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BF02C-5AB3-45F7-9636-13A116FF48A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BF46B-4C2B-BF71-A9CD-D87BE8881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9EAC9-F3F9-CCBB-7CB4-10267F704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1D443-F2F4-4F1E-97E3-F58C49FC7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07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9E3ED-014A-B3D9-48C5-30A716051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16A8C-3ADD-3213-D75F-D5F9AC0039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EE7E65-A9F2-1BAE-B3D4-DEEF41F318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95F121-032D-D05F-CF48-1EF97597D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BF02C-5AB3-45F7-9636-13A116FF48A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6076C-C429-0E85-051E-16E1FCD70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DEEB00-9A55-A948-F07D-6B81E21F1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1D443-F2F4-4F1E-97E3-F58C49FC7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9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3544C-DCF3-C9FE-8B9B-9F9D0D2C4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18B362-4B1F-9236-3F71-FA275896C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9BB8CE-4562-A074-10A5-46B976D455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E908C2-6513-DEEE-F7E9-4EED5BAC94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459783-509D-ADEC-2E0D-962CE1788A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4981A9-3791-2DD0-9EE9-70CF3D8B4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BF02C-5AB3-45F7-9636-13A116FF48A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B84C1C-B01C-2881-7039-1B5C9E900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8BE5D3-F32E-3E16-B846-0DAC82A90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1D443-F2F4-4F1E-97E3-F58C49FC7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487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ED006-2AB4-3749-C3D8-12D4E2D14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4E50CA-6841-8FD8-426E-81B5072E7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BF02C-5AB3-45F7-9636-13A116FF48A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4F9468-47A0-02AE-61CB-7D54CC19E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E7F3E3-87A7-6011-CAF5-E61C6552B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1D443-F2F4-4F1E-97E3-F58C49FC7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210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0C831B-2EFE-E97C-B414-DCC938CE0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BF02C-5AB3-45F7-9636-13A116FF48A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6D6047-6294-ECFE-4112-725BE21CA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D861B-9A00-2B24-129E-04D845DD8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1D443-F2F4-4F1E-97E3-F58C49FC7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194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25961-8914-EDF6-CB91-F4F075123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0EFF3-4AB0-BEF7-F44C-869CB1EF0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876ACA-A091-9C4B-6DC2-F5D7DC1208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EA47BB-2D5C-6139-784E-9F5F4B0BD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BF02C-5AB3-45F7-9636-13A116FF48A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27C934-A8F7-94AB-5975-00CA3BB72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451CB-B45F-B045-5F11-F73EAA8CE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1D443-F2F4-4F1E-97E3-F58C49FC7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949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907A7-462B-EF71-F728-70A4C3660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02D70C-BACE-9149-C44E-FB603E6CE2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972489-4A90-77D9-40F2-3F9CCF26C4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E362FB-073E-9055-10C4-280B44D11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BF02C-5AB3-45F7-9636-13A116FF48A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28072-C2AC-306D-C117-CFFE178DF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91177A-FC0E-1FFF-E658-B8C0F0116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1D443-F2F4-4F1E-97E3-F58C49FC7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185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172D6-24C5-7462-BC16-A55A6D5F8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0242EF-2510-0EB9-E910-56F0C00931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34B6D5-5A3E-BD23-3268-6FFEF21F6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BF02C-5AB3-45F7-9636-13A116FF48A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19C07-FB74-0997-1BC8-E203F3DD4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F436A-DBD6-0757-19DB-FBED2350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1D443-F2F4-4F1E-97E3-F58C49FC7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204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AB1D3C-2E18-2C68-7E96-5E2A5B47F8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73F61E-2D14-4002-71E0-9A7BD1EB4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87C34-739B-51B0-FF0D-9C37EE7F5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BF02C-5AB3-45F7-9636-13A116FF48A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BA5C6-779A-7746-A1CC-7B786B719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D7D52-8922-A5F0-FFE3-7BB568DBD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1D443-F2F4-4F1E-97E3-F58C49FC7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630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89D3D4-78EE-A18E-97BE-D13EAB6EA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2F46D-B19A-492F-4B74-8E64A1B82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DA9D2-6979-F9B8-F6CA-7EBD9DB1A3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4BF02C-5AB3-45F7-9636-13A116FF48A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BBD9B-9E46-21EC-85D9-DDD6170038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C6E418-7065-DB64-4E76-C6D2E8AABE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1D443-F2F4-4F1E-97E3-F58C49FC7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874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F7B9026-36AD-42E4-B172-8D68F3A33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061114-E017-C60A-FC76-50E907F5B1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1" t="13119" r="261" b="9335"/>
          <a:stretch>
            <a:fillRect/>
          </a:stretch>
        </p:blipFill>
        <p:spPr>
          <a:xfrm rot="5400000">
            <a:off x="-1403628" y="1399171"/>
            <a:ext cx="6868830" cy="404883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36E1A5-BC6B-B2CE-B067-D90F7F08A2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9" t="1901" r="19485" b="569"/>
          <a:stretch>
            <a:fillRect/>
          </a:stretch>
        </p:blipFill>
        <p:spPr>
          <a:xfrm>
            <a:off x="8059177" y="-10831"/>
            <a:ext cx="4132970" cy="686883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048F79-0FEC-EB6E-CC24-36C1BA3BF9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" t="19914" r="108" b="2557"/>
          <a:stretch>
            <a:fillRect/>
          </a:stretch>
        </p:blipFill>
        <p:spPr>
          <a:xfrm rot="5400000">
            <a:off x="2631081" y="1418140"/>
            <a:ext cx="6868828" cy="401089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FF770FE-9C63-8A6B-F484-DE9FB7402120}"/>
              </a:ext>
            </a:extLst>
          </p:cNvPr>
          <p:cNvSpPr txBox="1"/>
          <p:nvPr/>
        </p:nvSpPr>
        <p:spPr>
          <a:xfrm>
            <a:off x="6371" y="6183029"/>
            <a:ext cx="419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527629-640F-97F2-1CAF-74AD313A7C8C}"/>
              </a:ext>
            </a:extLst>
          </p:cNvPr>
          <p:cNvSpPr txBox="1"/>
          <p:nvPr/>
        </p:nvSpPr>
        <p:spPr>
          <a:xfrm>
            <a:off x="4064896" y="6183029"/>
            <a:ext cx="4711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5164BE-0314-EB3D-DF79-7B5CBD9651BD}"/>
              </a:ext>
            </a:extLst>
          </p:cNvPr>
          <p:cNvSpPr txBox="1"/>
          <p:nvPr/>
        </p:nvSpPr>
        <p:spPr>
          <a:xfrm>
            <a:off x="8054331" y="6183029"/>
            <a:ext cx="676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4156715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</Words>
  <Application>Microsoft Office PowerPoint</Application>
  <PresentationFormat>Widescreen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Aidan O'Brien</dc:creator>
  <cp:lastModifiedBy>Aidan O'Brien</cp:lastModifiedBy>
  <cp:revision>1</cp:revision>
  <dcterms:created xsi:type="dcterms:W3CDTF">2026-05-15T20:55:30Z</dcterms:created>
  <dcterms:modified xsi:type="dcterms:W3CDTF">2026-05-16T19:51:15Z</dcterms:modified>
</cp:coreProperties>
</file>